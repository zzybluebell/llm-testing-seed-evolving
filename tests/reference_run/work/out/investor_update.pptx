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Bluebell SaaS - Investor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reference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MRR trend</a:t>
            </a:r>
          </a:p>
        </p:txBody>
      </p:sp>
      <p:pic>
        <p:nvPicPr>
          <p:cNvPr id="3" name="Picture 2" descr="m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Gross margin &amp; cost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Average gross margin (36 months): 75.0%</a:t>
            </a:r>
          </a:p>
          <a:p>
            <a:r>
              <a:t>Revenue year 0: $1,723,316.18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growth</a:t>
            </a:r>
          </a:p>
        </p:txBody>
      </p:sp>
      <p:pic>
        <p:nvPicPr>
          <p:cNvPr id="3" name="Picture 2" descr="custom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Value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$1,172.91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LTV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$8,019.93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LTV/CAC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6.84x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CAC payback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6.44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ARPA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$236.27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NPV: $-2,883,240.59</a:t>
            </a:r>
          </a:p>
          <a:p>
            <a:r>
              <a:t>IRR: -12.29%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Monthly payment: $39,602.40</a:t>
            </a:r>
          </a:p>
          <a:p>
            <a:r>
              <a:t>Total interest: $376,143.82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60% product</a:t>
            </a:r>
          </a:p>
          <a:p>
            <a:r>
              <a:t>30% go-to-market</a:t>
            </a:r>
          </a:p>
          <a:p>
            <a:r>
              <a:t>10% ops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7772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Starting active customers: 120</a:t>
            </a:r>
          </a:p>
          <a:p>
            <a:r>
              <a:t>Discount rate 12%, no terminal value</a:t>
            </a:r>
          </a:p>
          <a:p>
            <a:r>
              <a:t>Loan 2,000,000 at 7% over 60 months</a:t>
            </a:r>
          </a:p>
          <a:p>
            <a:r>
              <a:t>Conflict with last quarter's board deck (slide 7): it shows CAC $1,583; corrected value from this model is $1,172.91.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